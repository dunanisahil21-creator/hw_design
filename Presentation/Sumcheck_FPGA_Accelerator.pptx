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53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Sumcheck Protocol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Accelerator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Zero-Knowledge Proof Prover on Kria KV260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ECE-9413 | NYU Tandon | Spring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Abdulhaseeb Khan  &amp;  Sahil Dunani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Sumcheck Protocol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 building block in zero-knowledge proof systems. The prover convinces a verifier about a sum over a multilinear polynomial without the verifier evaluating it directly.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292608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Structure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variables, the protocol runs n rounds. Each round, the prover evaluates the polynomial at degree+1 points and sends evaluations to the verifier.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737360"/>
            <a:ext cx="2560320" cy="292608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20440" y="19202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MLE Folding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28803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round, the verifier sends a random challenge r. The prover folds all tables via multilinear extension update, halving the table size each round.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560320" cy="292608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20299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Expressions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28803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(degree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a*b (degree 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a*b + c (degree 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a*b*c (degree 3)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requires degree+1 evaluation points per round.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Platform: Kria KV260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Fabric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46888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Zynq UltraScale+ ZU5EV (xck26)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117,120 available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37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Slices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37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1,248 × DSP48E2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31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2311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MB (144 × 36 Kb)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24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624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GB, 64-bit @ 2400 MT/s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Cortex-A53 @ 1.3 GHz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10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Clock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410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MHz (5 ns period)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03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Runtime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8039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+ PYNQ 3.0</a:t>
            </a:r>
            <a:endParaRPr lang="en-US" sz="1200" dirty="0"/>
          </a:p>
        </p:txBody>
      </p:sp>
      <p:pic>
        <p:nvPicPr>
          <p:cNvPr id="19" name="Image 0" descr="/home/claude/kv260_boar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914400"/>
            <a:ext cx="2926080" cy="2926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4360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Kria KV260 Vision AI Starter Kit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5029200" cy="54864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3152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fabric power draw: ~5 W — 70× less than an RTX 6000 Pro GPU (350 W)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 Build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3108960"/>
          </a:xfrm>
          <a:prstGeom prst="rect">
            <a:avLst/>
          </a:prstGeom>
          <a:solidFill>
            <a:srgbClr val="0EA5E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HLS C++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Vitis HLS 2023.2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Barrett reduction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prefetch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csim → csynth → cosim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468880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97480" y="1188720"/>
            <a:ext cx="1920240" cy="310896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889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78892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 IP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88920" y="22860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IP Catalog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(.zip package)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468880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937760" y="1188720"/>
            <a:ext cx="1920240" cy="310896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29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02920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Design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29200" y="22860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2023.2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Zynq PS + kernel IP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AXI HP 128-bit ports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 generation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468880"/>
            <a:ext cx="256032" cy="2560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178040" y="1188720"/>
            <a:ext cx="1920240" cy="31089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2694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26948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PYNQ Deploy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269480" y="22860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on KV260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.bit + .hwh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MMIO writes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test driver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Vivado Block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sumcheck_kernel IP connected to Zynq UltraScale+ PS via 3 AXI HP ports (128-bit each) and 1 AXI-Lite control port. Mode register selects prove (mode=0) or fold (mode=1) at runtime.</a:t>
            </a:r>
            <a:endParaRPr lang="en-US" sz="1200" dirty="0"/>
          </a:p>
        </p:txBody>
      </p:sp>
      <p:pic>
        <p:nvPicPr>
          <p:cNvPr id="4" name="Image 0" descr="/home/claude/vivado_fi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5448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Interface Definition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 Interfaces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m_axi gmem0 (128-bit) → S_AXI_HP0_FPD — tables a, 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m_axi gmem1 (128-bit) → S_AXI_HP1_FPD — tables c, 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m_axi gmem2 (128-bit) → S_AXI_HP2_FPD — tables e, 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s_axilite (32-bit) → M_AXI_HPM0_LPD — control registers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→ pl_ps_irq0 — completion signal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s_axilite Register Map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  CTRL — ap_start / ap_done / ap_idle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47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  tables_01 — DDR pointer (64-bit)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85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0x34  q — 32-bit field prime modulus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523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0x50  barrett_m — floor(2⁶³ / q)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862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0x58  num_pairs — pairs this round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0x60  table_stride — fixed DDR stride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538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  expr_terms — expression encoding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877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0x90  challenge — verifier's random 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215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0x98  mode — 0 = prove, 1 = fold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4553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0x40  round_evals — output (read after prove)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Optimizations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97480" cy="178308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Barrett Reduction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64-bit hardware divider (% q) with multiply-based Barrett reduction using ap_uint types. Maps to DSP48E2 slices instead of LUT-based divider.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242316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19× prove speedup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97480" cy="178308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 DDR Ports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3716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6 MLE tables across 3 independent AXI HP ports (128-bit each, 2 tables per port). Enables parallel DDR reads at ~19 GB/s aggregate bandwidth.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2331720"/>
            <a:ext cx="242316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memory bandwidth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97480" cy="178308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BRAM Chunk Prefetch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3716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Burst-read 256-pair chunks from DDR into on-chip BRAM (6 × 2 KB buffers). Process from BRAM at 1-cycle latency vs ~100 ns DDR latency.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2331720"/>
            <a:ext cx="242316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2331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 prove speedup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97480" cy="178308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Kernel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337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IP with mode register for prove/fold. Hardware resources shared since they never run simultaneously. Full 117K LUT budget for prove pipeline.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4297680"/>
            <a:ext cx="242316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297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on KV260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926080"/>
            <a:ext cx="2697480" cy="178308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3017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 Addressing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337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table_stride parameter eliminates ARM buffer reallocation and memcpy between rounds. Zero PS software overhead per round.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0" y="4297680"/>
            <a:ext cx="242316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0" y="4297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ms eliminated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926080"/>
            <a:ext cx="2697480" cy="178308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3017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Fold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3337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folding moved from ARM Python (~5 s) to FPGA with chunked burst reads/writes and parallel 3-port processing. Non-inlined Barrett for timing closure.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4297680"/>
            <a:ext cx="242316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4297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755× fold speedup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from 5,630 ms → 12.2 ms on vars16 (461× speedup across 9 design iterations)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274320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vars4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entries | 4 rounds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0.10 ms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Prove: 0.06 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Fold:  0.04 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697480" cy="274320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37560" y="1371600"/>
            <a:ext cx="26974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vars16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1737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65,536 entries | 16 rounds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12.2 ms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74720" y="26517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Prove: 5.7 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Fold:  6.5 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2697480" cy="2743200"/>
          </a:xfrm>
          <a:prstGeom prst="rect">
            <a:avLst/>
          </a:prstGeom>
          <a:solidFill>
            <a:srgbClr val="E2E8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26974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vars20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55080" y="1737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1,048,576 entries | 20 rounds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192.4 ms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355080" y="26517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Prove: 90.7 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Fold:  101.8 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412480" cy="594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(v3, vars16): 5,630 ms  →  Final (v9): 12.2 ms  =  461× speedup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Utilization &amp; Verification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029200" cy="1554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39,560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117,120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Flip-Flops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24,703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234,240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DSP48E2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RAM (36 Kb)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005840"/>
            <a:ext cx="2926080" cy="1645920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12648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26480" y="1463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    5.00 ns (200 MHz)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Estimated:  3.65 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Slack:       +1.35 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Vivado WNS: +4.47 ns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timing constraints met ✓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3383280"/>
            <a:ext cx="8412480" cy="13716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630168"/>
            <a:ext cx="237744" cy="237744"/>
          </a:xfrm>
          <a:prstGeom prst="rect">
            <a:avLst/>
          </a:prstGeom>
        </p:spPr>
      </p:pic>
      <p:sp>
        <p:nvSpPr>
          <p:cNvPr id="3" name="Text 6"/>
          <p:cNvSpPr/>
          <p:nvPr/>
        </p:nvSpPr>
        <p:spPr>
          <a:xfrm>
            <a:off x="123444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&amp; Testing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3444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C Simulation (csim):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match against golden test vectors for all 4 base expressions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Co-simulation (cosim):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Verilog verified against C reference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FPGA execution: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vars4 (16 entries), vars16 (65K entries), vars20 (1M entries) — all rounds pass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expressions verified: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a*b, a*b + c, a*b*c across all test sizes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functional sumcheck protocol prover accelerator on the Kria KV260 FPGA (xck26, 200 MHz)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83664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83794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461× end-to-end speedup through 9 iterative design versions — from 5,630 ms to 12.2 ms on vars16 (65K entries)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78608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5328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techniques: Barrett reduction, 3-port DDR parallelism, BRAM burst prefetch, unified prove/fold kernel, stride-based zero-copy addressing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273552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2278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correctness verified across vars4 (16 entries, 4 rounds), vars16 (65K entries, 16 rounds), and vars20 (1M entries, 20 rounds)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68496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9227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flow: Vitis HLS C++ → Vivado block design → PYNQ Python deployment on real hardware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411980"/>
            <a:ext cx="640080" cy="640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Abdulhaseeb Khan  &amp;  Sahil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Dunani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1137</Words>
  <Application>Microsoft Office PowerPoint</Application>
  <PresentationFormat>On-screen Show (16:9)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Sumcheck Protocol FPGA Accelerator</dc:title>
  <dc:subject>PptxGenJS Presentation</dc:subject>
  <dc:creator>Abdulhaseeb Khan, Sahil Dunani</dc:creator>
  <cp:lastModifiedBy>abdulhaseeb khan</cp:lastModifiedBy>
  <cp:revision>2</cp:revision>
  <dcterms:created xsi:type="dcterms:W3CDTF">2026-05-12T03:11:55Z</dcterms:created>
  <dcterms:modified xsi:type="dcterms:W3CDTF">2026-05-12T03:20:49Z</dcterms:modified>
</cp:coreProperties>
</file>